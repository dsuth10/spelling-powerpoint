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Literacy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Term 4, Week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of Week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Word of the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b="1">
                <a:solidFill>
                  <a:srgbClr val="186433"/>
                </a:solidFill>
              </a:rPr>
              <a:t>Word of the Week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186433"/>
                </a:solidFill>
              </a:rPr>
              <a:t>Learning Intention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To build our vocabulary knowledge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186433"/>
                </a:solidFill>
              </a:rPr>
              <a:t>Success Criteria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I know the meaning of the Word of the Week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I can begin to use the Word of the Week in a sentence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Revision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Acknowledge: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To show that you know something (for example, by nodding or speaking), to declare that something is true, or to accept what is claimed.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Ravine: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000000"/>
                </a:solidFill>
              </a:rPr>
              <a:t>A ravine is a deep, narrow valley with steep sides, often formed by running water like a small river or stream.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adjourn: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to suspend a meeting, court case, or other formal proceeding, either for a short break or until a later time or date, with the intention of resuming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4400">
                <a:solidFill>
                  <a:srgbClr val="000000"/>
                </a:solidFill>
              </a:rPr>
              <a:t>Our Word of the Week is… contentious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Word of the Week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phonemes: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F0000"/>
                </a:solidFill>
              </a:rPr>
              <a:t>c on t en t ious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CC00FF"/>
                </a:solidFill>
              </a:rPr>
              <a:t>syllables: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con/ten/tious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Sentence: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contentious debate about school uniforms divided the community and sparked heated discussions at the town hall meeting.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Part of speech: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Adjective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CC00FF"/>
                </a:solidFill>
              </a:rPr>
              <a:t>Morphology: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F0000"/>
                </a:solidFill>
              </a:rPr>
              <a:t>con- "together/with" (Latin)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F0000"/>
                </a:solidFill>
              </a:rPr>
              <a:t>tend "to stretch" (Latin)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F0000"/>
                </a:solidFill>
              </a:rPr>
              <a:t>contentio "strife, contest" (Latin)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literally "to stretch together in conflict"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4400">
                <a:solidFill>
                  <a:srgbClr val="000000"/>
                </a:solidFill>
              </a:rPr>
              <a:t>Our Word of the Week is… contentious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Word of the Week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What does it mean?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F0000"/>
                </a:solidFill>
              </a:rPr>
              <a:t>contentious (adjective) — causing or likely to cause disagreement or argument; controversial; or inclined to argue or quarrel.</a:t>
            </a:r>
          </a:p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Partner Discussion: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Discuss a time when you witnessed or participated in a contentious discussion. What made it contentious?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4400">
                <a:solidFill>
                  <a:srgbClr val="000000"/>
                </a:solidFill>
              </a:rPr>
              <a:t>Our Word of the Week is… contentious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argumentative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quarrelsome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combative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controversial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disputatious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pugnacious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bellicose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belligerent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fractious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polemical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confrontational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