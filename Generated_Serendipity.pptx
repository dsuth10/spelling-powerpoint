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186433"/>
                </a:solidFill>
              </a:rPr>
              <a:t>Word of the Week: Serendipity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200">
                <a:solidFill>
                  <a:srgbClr val="186433"/>
                </a:solidFill>
              </a:rPr>
              <a:t>Spelling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rPr sz="2400">
                <a:solidFill>
                  <a:srgbClr val="000000"/>
                </a:solidFill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