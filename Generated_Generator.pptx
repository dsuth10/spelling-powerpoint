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Phonemic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i="1">
                <a:solidFill>
                  <a:srgbClr val="000000"/>
                </a:solidFill>
              </a:rPr>
              <a:t>Word: Generator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IPA (Aus English): /ˈdʒɛnəreɪtə/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Phonemes: dʒ – ɛ – n – ə – r – eɪ – t – ə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Spelling chunks (graphemes): g + e + n + e + r + a + t + o + r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000000"/>
                </a:solidFill>
              </a:rPr>
              <a:t>Sound breakdown: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dʒ – consonant sound, like jump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ɛ – vowel sound, like bed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n – consonant sound, like nose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ə – vowel sound, like about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r – consonant sound, like red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eɪ – vowel sound, like day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 – consonant sound, like top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ə – vowel sound, like about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Sounds: /dʒ/ – /ɛ/ – /n/ – /ə/ – /r/ – /eɪ/ – /t/ – /ə/ | Spelling: g + e + n + e + r + a + t + o +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A generator is a machine that makes electricity.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generator kept the lights on during the power outage.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Generator comes from the Latin word 'generare,' meaning 'to produce or create.' The root 'gen' means 'to make or create,' and the ending '-ator' means 'a thing that does something.' So a generator is a thing that creates something, usually electricity.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producer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maker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creator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engine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dynamo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power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consumer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user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