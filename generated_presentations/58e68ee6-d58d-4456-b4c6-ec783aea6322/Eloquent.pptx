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Eloquent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Good at expressing ideas clearly and beautifully.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teacher's eloquent speech inspired the students to learn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Eloquent comes from Latin 'eloquens,' meaning 'to speak.' The root 'eloqu-' means 'to speak,' and it's used in words like 'eloquent' to describe someone who speaks clearly and beautifully.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fluent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articulate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persuasive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lucid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witty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awkward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unclear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vague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clumsy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