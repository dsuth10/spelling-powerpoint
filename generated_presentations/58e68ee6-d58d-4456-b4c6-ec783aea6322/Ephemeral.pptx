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Ephemeral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Lasting only a very short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beauty of a sunset is ephemeral, lasting only a few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Origin &amp;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word comes from Latin 'ephemera' meaning 'flying' or 'short-lived'. It's made of 'e-' (a prefix meaning 'out' or 'away') and 'phem' (related to flying), giving the idea of something that quickly disappears.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transient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fleeting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brief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momentary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short-lived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temporary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permanent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lasting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eternal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enduring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