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Serendipity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chance discovery of something good without searching for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My serendipity in finding that book was amazing!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Origin &amp;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>The word 'serendipity' comes from a Persian word meaning 'fortunate discovery.' It's a single word without common prefixes or roots, but it's often used to describe happy accidents.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luck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chance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fortune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accident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coincidence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86433"/>
                </a:solidFill>
              </a:rPr>
              <a:t>windfall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intention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planning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design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B91C1C"/>
                </a:solidFill>
              </a:rPr>
              <a:t>deliberation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