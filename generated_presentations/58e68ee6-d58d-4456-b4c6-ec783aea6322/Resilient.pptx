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Resilient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 Able to recover quickly from difficulties.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resilient tree grew back after the storm.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word 'resilient' comes from Latin, meaning 'to spring back'. It's made from 're-' (meaning 'back') and 'silire' (to jump), so it describes something that bounces back like a spring!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tenacious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persistent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robust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sturdy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steadfast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unyielding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fragile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delicate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breakable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weak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