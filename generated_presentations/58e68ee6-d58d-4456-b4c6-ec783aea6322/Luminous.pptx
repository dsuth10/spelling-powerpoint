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186433"/>
                </a:solidFill>
              </a:rPr>
              <a:t>Word of the Week: Luminous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>
                <a:solidFill>
                  <a:srgbClr val="186433"/>
                </a:solidFill>
              </a:rPr>
              <a:t>Spelling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Giving off light or shining brightly.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in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luminous stars twinkle in the night sky.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Origin &amp;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word 'luminous' comes from 'lumen,' a Latin word for light. The suffix '-ous' turns it into an adjective, meaning 'full of light.' It’s like saying something that makes light shine!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radiant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glowing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shining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bright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gleaming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dark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dim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murky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shadowy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