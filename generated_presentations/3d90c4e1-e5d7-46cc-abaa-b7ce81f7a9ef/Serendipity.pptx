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Serendipity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ability to find good things by chance.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Her serendipity led her to discover a rare book in an old bookstore.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Origin &amp;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Origin: From Persian 'serendip' meaning 'lucky accident.' Morphology: The word is a blend of the Persian root and Latin suffix '-dipity,' but it's considered a single word without standard prefixes or roots.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luck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chance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accident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coincidence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fortuity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occasional discovery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intention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planning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design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purpose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