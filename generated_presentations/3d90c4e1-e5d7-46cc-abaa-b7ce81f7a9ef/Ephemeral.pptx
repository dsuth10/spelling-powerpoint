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186433"/>
                </a:solidFill>
              </a:rPr>
              <a:t>Word of the Week: Ephemeral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>
                <a:solidFill>
                  <a:srgbClr val="186433"/>
                </a:solidFill>
              </a:rPr>
              <a:t>Spelling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Lasting for a very short time or existing only for a moment.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in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sunset was ephemeral, disappearing quickly as the sky turned dark.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Origin &amp;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word comes from the Greek 'ephemeros,' meaning 'short-lived.' It breaks down into 'epi-' (meaning 'upon') and 'hemera' (meaning 'day'), so it refers to something that doesn't last long, like a 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fleeting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transient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brief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temporary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short-lived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momentary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permanent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lasting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eternal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enduring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