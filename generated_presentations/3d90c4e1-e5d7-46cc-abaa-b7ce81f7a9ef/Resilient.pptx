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Resilient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able to recover quickly from difficulties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resilient tree grew back after the storm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'resilient' comes from Latin 'resilire' (to jump back). It has a prefix 're-' meaning 'back' and a root 'siliere' (to jump). Together, they describe bouncing back from challenges.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strong-willed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durable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persistent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robust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unyielding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tenacious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fragile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breakable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weak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