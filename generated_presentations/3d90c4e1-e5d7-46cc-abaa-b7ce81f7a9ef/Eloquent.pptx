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Eloquent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Eloquent means expressing ideas clearly and beautifully, often with good grammar and style.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Her speech was eloquent, capturing the audience's attention with her clever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'eloquent' comes from Latin, meaning 'to speak well.' It's made from 'el-' (a prefix meaning 'out' or 'fully') and 'loqui' (a root meaning 'to speak'). Together, they suggest speaking clearly and beautifully!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fluent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articulate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expressive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persuasive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lucid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rhetorical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awkward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unclear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incoherent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stilted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