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A generator is a machine or tool that creates something, like electricity or ideas.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wind generator at the park produces electricity for the town.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'generator' comes from Latin. 'Gen' means to make or produce, and '-ator' is like a tag that turns it into a noun meaning 'one that does something.' So together, it's a machine that creates electricity or ideas.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creator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producer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maker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originator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source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inventor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consumer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absorber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destroyer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