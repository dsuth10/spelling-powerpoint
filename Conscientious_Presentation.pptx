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of the Week: Conscientious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3200"/>
            </a:pPr>
            <a:r>
              <a:t>Wishing to do one's work or duty well and thoroughly.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3200"/>
            </a:pPr>
            <a:r>
              <a:t>She was a conscientious student, always completing her homework on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Etymology (Word Origin)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con- (with)</a:t>
            </a:r>
          </a:p>
          <a:p>
            <a:pPr>
              <a:defRPr sz="2800"/>
            </a:pPr>
            <a:r>
              <a:t>scire (to know)</a:t>
            </a:r>
          </a:p>
          <a:p>
            <a:pPr>
              <a:defRPr sz="2800"/>
            </a:pPr>
            <a:r>
              <a:t>-ious (full of)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Spelling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3200"/>
            </a:pPr>
            <a:r>
              <a:t>Syllables: con-sci-en-tious</a:t>
            </a:r>
          </a:p>
          <a:p>
            <a:pPr>
              <a:defRPr sz="3200"/>
            </a:pPr>
            <a:r>
              <a:t>Phonemes: con-sci-en-tious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/>
            </a:pPr>
            <a:r>
              <a:t>diligent</a:t>
            </a:r>
          </a:p>
          <a:p>
            <a:pPr>
              <a:defRPr sz="2800"/>
            </a:pPr>
            <a:r>
              <a:t>industrious</a:t>
            </a:r>
          </a:p>
          <a:p>
            <a:pPr>
              <a:defRPr sz="2800"/>
            </a:pPr>
            <a:r>
              <a:t>painstaking</a:t>
            </a:r>
          </a:p>
          <a:p>
            <a:pPr>
              <a:defRPr sz="2800"/>
            </a:pPr>
            <a:r>
              <a:t>sedulous</a:t>
            </a:r>
          </a:p>
          <a:p>
            <a:pPr>
              <a:defRPr sz="2800"/>
            </a:pPr>
            <a:r>
              <a:t>assiduous</a:t>
            </a:r>
          </a:p>
          <a:p>
            <a:pPr>
              <a:defRPr sz="2800"/>
            </a:pPr>
            <a:r>
              <a:t>meticulous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Week's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3200"/>
            </a:pPr>
            <a:r>
              <a:t>This week, focus on using 'conscientious' in your writing and conversations.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