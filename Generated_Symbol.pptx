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Symbol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A sign or mark that stands for something else, like an idea or object.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Olympic rings are a symbol of international sports teamwork.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'symbol' comes from Latin roots meaning 'together' and 'throw'. It's like a sign that connects ideas or objects by showing they're linked.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emblem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sign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mark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icon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token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representation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